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BITIRUV MALAKAVIY ISHI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SmartPark Residence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Turar-joy majmualari uchun raqamli avtoturargoh boshqaruv ekotizimi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10972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Kamoliddin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Bakalavr yo'nalishi · Django + DRF + IoT integratsiya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4206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4C7A5E"/>
          </a:solidFill>
          <a:ln w="12700">
            <a:solidFill>
              <a:srgbClr val="1412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0576" y="4206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1B16"/>
          </a:solidFill>
          <a:ln w="12700">
            <a:solidFill>
              <a:srgbClr val="1412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57232" y="4206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 w="12700">
            <a:solidFill>
              <a:srgbClr val="1412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48828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1B16"/>
          </a:solidFill>
          <a:ln w="12700">
            <a:solidFill>
              <a:srgbClr val="1412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0576" y="48828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4C7A5E"/>
          </a:solidFill>
          <a:ln w="12700">
            <a:solidFill>
              <a:srgbClr val="1412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57232" y="48828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1B16"/>
          </a:solidFill>
          <a:ln w="12700">
            <a:solidFill>
              <a:srgbClr val="14120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qavatli turar-joy majmualarida avtoturargoh — kundalik nizo manbai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8600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Adolatsiz taqsimot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joylar tasodifiy egallanadi, navbat yoki qoida yo'q — kim tezroq kelsa, o'shaniki.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28600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Ruxsatsiz parkovka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Begona yoki mehmon avtomobillari rezidentning shaxsiy joyini band qilib qo'yadi, nazorat yo'q.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28600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Qo'lda boshqaruv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TSJ ma'muriyati IoT qurilmalar, to'lovlar va nizolarni alohida-alohida, qog'ozda yuritadi.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Muammo qo'yilishi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 — bitta tizimda parkovka, IoT, to'lov va nizolarni boshqarish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11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joylarni avtomatik, adolatli algoritm (navbat / oylik rotatsiya) orqali taqsimlash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84048" cy="384048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88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kameralar va shlagbaumlarni MQTT orqali real vaqtda boshqarish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655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Mehmonlar uchun vaqt-cheklangan, QR-kodli ruxsatnoma tizimi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2428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Nizolarni fotofiksatsiya bilan qabul qilish va holatini kuzatish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0200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TSJ ma'muriyati uchun jonli parkovka xaritasi va analitika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Loyihaning maqsadi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 foydalanuvchi roli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2514600" cy="4160520"/>
          </a:xfrm>
          <a:prstGeom prst="roundRect">
            <a:avLst>
              <a:gd name="adj" fmla="val 3636"/>
            </a:avLst>
          </a:prstGeom>
          <a:solidFill>
            <a:srgbClr val="14120F"/>
          </a:solidFill>
          <a:ln/>
        </p:spPr>
      </p:sp>
      <p:sp>
        <p:nvSpPr>
          <p:cNvPr id="4" name="Shape 2"/>
          <p:cNvSpPr/>
          <p:nvPr/>
        </p:nvSpPr>
        <p:spPr>
          <a:xfrm>
            <a:off x="1668780" y="20574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687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Rezident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61188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ilova: xaritani ko'radi, mehmon ruxsatnomasi yaratadi, to'lov qiladi, nizo haqida xabar beradi.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93592" y="1691640"/>
            <a:ext cx="2514600" cy="4160520"/>
          </a:xfrm>
          <a:prstGeom prst="roundRect">
            <a:avLst>
              <a:gd name="adj" fmla="val 3636"/>
            </a:avLst>
          </a:prstGeom>
          <a:solidFill>
            <a:srgbClr val="14120F"/>
          </a:solidFill>
          <a:ln/>
        </p:spPr>
      </p:sp>
      <p:sp>
        <p:nvSpPr>
          <p:cNvPr id="9" name="Shape 7"/>
          <p:cNvSpPr/>
          <p:nvPr/>
        </p:nvSpPr>
        <p:spPr>
          <a:xfrm>
            <a:off x="4439412" y="20574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9412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Qorovul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361188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Tablet/veb interfeys: darvoza kirish-chiqishini, ANPR jurnalini kuzatadi, shlagbaumni qo'lda boshqaradi.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64224" y="1691640"/>
            <a:ext cx="2514600" cy="4160520"/>
          </a:xfrm>
          <a:prstGeom prst="roundRect">
            <a:avLst>
              <a:gd name="adj" fmla="val 3636"/>
            </a:avLst>
          </a:prstGeom>
          <a:solidFill>
            <a:srgbClr val="14120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0044" y="20574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10044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47104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TSJ Admin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92824" y="361188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 boshqaruv paneli: joylar, tariflar, IoT qurilmalar salomatligi, nizolar va analitikani boshqaradi.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34856" y="1691640"/>
            <a:ext cx="2514600" cy="4160520"/>
          </a:xfrm>
          <a:prstGeom prst="roundRect">
            <a:avLst>
              <a:gd name="adj" fmla="val 3636"/>
            </a:avLst>
          </a:prstGeom>
          <a:solidFill>
            <a:srgbClr val="14120F"/>
          </a:solidFill>
          <a:ln/>
        </p:spPr>
      </p:sp>
      <p:sp>
        <p:nvSpPr>
          <p:cNvPr id="19" name="Shape 17"/>
          <p:cNvSpPr/>
          <p:nvPr/>
        </p:nvSpPr>
        <p:spPr>
          <a:xfrm>
            <a:off x="9980676" y="20574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80676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17736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Gateway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61188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kameralar, shlagbaum kontrollerlari, RFID/QR skanerlar va joy sensorlar — MQTT orqali ulanadi.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Foydalanuvchi rollari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Tizim arxitekturasi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4120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 ilova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— Rezident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412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Veb dashboard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TSJ Admin / Qorovul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412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972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qurilmalar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ANPR, shlagbaum, sensor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2057400"/>
            <a:ext cx="0" cy="457200"/>
          </a:xfrm>
          <a:prstGeom prst="line">
            <a:avLst/>
          </a:prstGeom>
          <a:noFill/>
          <a:ln w="19050">
            <a:solidFill>
              <a:srgbClr val="6B65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2057400"/>
            <a:ext cx="0" cy="457200"/>
          </a:xfrm>
          <a:prstGeom prst="line">
            <a:avLst/>
          </a:prstGeom>
          <a:noFill/>
          <a:ln w="19050">
            <a:solidFill>
              <a:srgbClr val="6B65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95560" y="2057400"/>
            <a:ext cx="0" cy="457200"/>
          </a:xfrm>
          <a:prstGeom prst="line">
            <a:avLst/>
          </a:prstGeom>
          <a:noFill/>
          <a:ln w="19050">
            <a:solidFill>
              <a:srgbClr val="6B65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463040" y="256032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0020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(reverse proxy)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9992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upgrade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25603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Mosquitto (MQTT broker)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9992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xabar almashinuvi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3246120"/>
            <a:ext cx="0" cy="411480"/>
          </a:xfrm>
          <a:prstGeom prst="line">
            <a:avLst/>
          </a:prstGeom>
          <a:noFill/>
          <a:ln w="19050">
            <a:solidFill>
              <a:srgbClr val="6B655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38360" y="3246120"/>
            <a:ext cx="0" cy="411480"/>
          </a:xfrm>
          <a:prstGeom prst="line">
            <a:avLst/>
          </a:prstGeom>
          <a:noFill/>
          <a:ln w="19050">
            <a:solidFill>
              <a:srgbClr val="6B65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97280" y="370332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34440" y="3794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+ DRF backend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14223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Monolith: users, complexes, parking, iot_integration, guest_access, billing, disputes, notifications — Service Layer pattern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3703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5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523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+ Celery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41422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(jonli xarita) · Celery Beat (mehmon ruxsatnomasi muddati, oylik rotatsiya)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69080" y="5120640"/>
            <a:ext cx="0" cy="411480"/>
          </a:xfrm>
          <a:prstGeom prst="line">
            <a:avLst/>
          </a:prstGeom>
          <a:noFill/>
          <a:ln w="19050">
            <a:solidFill>
              <a:srgbClr val="6B655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468880" y="55778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0ED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06040" y="5669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SQLite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6016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Rezidentlar, avto-raqamlar, joylar, kirish-chiqish jurnallari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Arxitektura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Texnologik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770632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770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392424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3924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14216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0142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 (Swagger)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1645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vaqt &amp; fon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93592" y="2148840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30752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93592" y="2770632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30752" y="2770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93592" y="3392424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30752" y="33924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Celery Beat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1645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bazasi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64224" y="2148840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1384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64224" y="2770632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01384" y="2770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(lokal demo)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1645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&amp; Infratuzilma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34856" y="2148840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72016" y="2148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C++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34856" y="2770632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72016" y="2770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(Mosquitto)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34856" y="3392424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1F1B1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72016" y="33924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Nginx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Texnologik stack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ta domen modul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arxitektura — har bir modul o'z models/services/views bilan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157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4495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4 rol, telefon orqali autentifikatsiya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9584" y="19659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2464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1246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12464" y="27157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304495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Majmua, bino, xonadon, parkovka zonasi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19659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908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7157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04495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Slot, Vehicle, Allocation Engine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42832" y="19659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2571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27157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iot_integration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304495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ANPR, shlagbaum, sensor, MQTT ko'prik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931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46817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guest_access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0109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 ruxsatnomasi, QR/JWT token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9584" y="3931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2464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1246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712464" y="46817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712464" y="50109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Obuna, jarima, Click/Payme tranzaksiya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6208" y="3931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1908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19088" y="46817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19088" y="50109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Nizo tiketlari, fotofiksatsiya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42832" y="3931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25712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2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2571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125712" y="46817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125712" y="50109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(FCM), SMS (Eskiz), Telegram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Modullar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innovatsiya: Allocation Engine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Adolatli parkovka taqsimoti — Strategy dizayn patterni asosida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F1B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Navbat tizimi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birinchi bo'sh umumiy joy — kelgan tartibda, muddatsiz.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F1B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MONTHLY_ROTATION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Oylik rotatsiya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26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oy oxirigacha beriladi, Celery Beat avtomatik bo'shatadi.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F1B1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Auksion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926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yuqori taklif g'olib — to'lov tizimi bilan integratsiya (kengaytiriladi).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Muhim texnik yechim: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select_for_update(skip_locked=True) — bir vaqtda kelgan ikkita so'rov bir xil joyni ikki marta band qilib qo'ymasligi uchun (race condition himoyasi).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Allocation Engine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integratsiyasi — darvoza kirish oqimi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ANPR kamera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Avtomobil raqamini o'qiydi, backend'ga HTTP webhook yuboradi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74136" y="201168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93592" y="169164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9359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GateAccessService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9260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Ro'yxatdagi avtomobilmi yoki faol mehmon ruxsatnomasi bormi — tekshiradi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201168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64224" y="169164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6422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9260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 → shlagbaum MQTT orqali ochiladi · RAD → qorovul ekraniga signal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01168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34856" y="1691640"/>
            <a:ext cx="640080" cy="640080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3485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34856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Jurnal + WebSocket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34856" y="29260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AccessLog saqlanadi, qorovul lentasiga (ws/guard-feed/) jonli uzatiladi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firmware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6634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relay_controller.ino — shlagbaum relesini MQTT orqali 1 soniyalik impuls bilan boshqaradi.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parking_sensor.ino — HC-SR04 ultratovush datchigi bilan har 3 soniyada joy holatini (bo'sh/band) MQTT'ga uzatadi.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IoT integratsiyasi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Xavfsizlik va ruxsatlar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F7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075688"/>
            <a:ext cx="384048" cy="384048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928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autentifikatsiya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8928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SimpleJWT: qisqa umrli access token (15 daqiqa) + refresh rotation + blacklist.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F7F5F1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218688"/>
            <a:ext cx="384048" cy="384048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0358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0358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 (Resident/Guard/TSJ Admin/Superadmin) — har bir endpoint queryset darajasida cheklangan.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F7F5F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361688"/>
            <a:ext cx="384048" cy="384048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788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izolyatsiya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1788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so'rov faqat foydalanuvchining o'z majmuasiga tegishli ma'lumotni qaytaradi.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21208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F7F5F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5504688"/>
            <a:ext cx="384048" cy="384048"/>
          </a:xfrm>
          <a:prstGeom prst="ellipse">
            <a:avLst/>
          </a:prstGeom>
          <a:solidFill>
            <a:srgbClr val="1412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3218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qurilma autentifikatsiyasi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3218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Kamera/sensor so'rovlari alohida device-key header orqali tekshiriladi (production'da HMAC bilan kuchaytiriladi).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Xavfsizlik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real ishga tushirish natijalari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muhitda (SQLite, Docker'siz) ishga tushirilgan — skrinshot real natija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572768"/>
            <a:ext cx="6766560" cy="3844459"/>
          </a:xfrm>
          <a:prstGeom prst="roundRect">
            <a:avLst>
              <a:gd name="adj" fmla="val 951"/>
            </a:avLst>
          </a:prstGeom>
          <a:solidFill>
            <a:srgbClr val="F0EDE6"/>
          </a:solidFill>
          <a:ln w="12700">
            <a:solidFill>
              <a:srgbClr val="E7E2D8"/>
            </a:solidFill>
            <a:prstDash val="solid"/>
          </a:ln>
        </p:spPr>
      </p:sp>
      <p:pic>
        <p:nvPicPr>
          <p:cNvPr id="5" name="Image 0" descr="images/admin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6675120" cy="37530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828800"/>
            <a:ext cx="310896" cy="310896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5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8 modul admin panelda avtomatik ro'yxatlangan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2697480"/>
            <a:ext cx="310896" cy="310896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181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26243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Superadmin/TSJ Admin/Resident rollari alohida huquqlar bilan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566160"/>
            <a:ext cx="310896" cy="310896"/>
          </a:xfrm>
          <a:prstGeom prst="ellipse">
            <a:avLst/>
          </a:prstGeom>
          <a:solidFill>
            <a:srgbClr val="4C7A5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81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49300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Migratsiyalar to'liq bajarilgan (36+ jadval)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Demo natijalar (1/2)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Allocation Engine real vaqtda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"Joy olish" tugmasi bosilgach, B1-103 avtomatik Rezerv holatiga o'tdi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" y="1801368"/>
            <a:ext cx="5129784" cy="2908187"/>
          </a:xfrm>
          <a:prstGeom prst="roundRect">
            <a:avLst>
              <a:gd name="adj" fmla="val 1258"/>
            </a:avLst>
          </a:prstGeom>
          <a:solidFill>
            <a:srgbClr val="F0EDE6"/>
          </a:solidFill>
          <a:ln w="12700">
            <a:solidFill>
              <a:srgbClr val="E7E2D8"/>
            </a:solidFill>
            <a:prstDash val="solid"/>
          </a:ln>
        </p:spPr>
      </p:sp>
      <p:pic>
        <p:nvPicPr>
          <p:cNvPr id="6" name="Image 0" descr="images/live_map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074920" cy="28533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63640" y="1508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36208" y="1801368"/>
            <a:ext cx="5129784" cy="2908187"/>
          </a:xfrm>
          <a:prstGeom prst="roundRect">
            <a:avLst>
              <a:gd name="adj" fmla="val 1258"/>
            </a:avLst>
          </a:prstGeom>
          <a:solidFill>
            <a:srgbClr val="C9A227"/>
          </a:solidFill>
          <a:ln/>
        </p:spPr>
      </p:sp>
      <p:pic>
        <p:nvPicPr>
          <p:cNvPr id="9" name="Image 1" descr="images/live_map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28800"/>
            <a:ext cx="5074920" cy="28533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Demo natijalar (2/2)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Kelajakdagi rivojlantirish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 ishi doirasidan tashqari — production uchun keyingi bosqichlar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To'lov integratsiyasi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va Payme API'lari bilan real tranzaksiya oqimi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Avtomatlashtirilgan testlar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60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Allocation Engine va IoT webhook uchun unit/integratsiya testlari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Kuchaytirilgan IoT xavfsizligi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97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device autentifikatsiyasi, MQTT TLS + parol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7033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 ilova kengaytmasi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297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Biometrik login, o'zbekcha ovozli buyruqlar, fotofiksatsiya moduli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Kelajak rejalari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Savollaringizga tayyorman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10972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Residence · Kamoliddin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2026-09-21T18:55:43Z</dcterms:created>
  <dcterms:modified xsi:type="dcterms:W3CDTF">2026-09-21T18:55:43Z</dcterms:modified>
</cp:coreProperties>
</file>